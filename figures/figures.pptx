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8635-69F8-E6E3-132E-0E327C9DA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B1DDB-A344-15E0-3FD7-ADB658D63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8D681-0E32-CA58-F7C6-86F16293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45AD3-FE28-2A66-B04C-2CBA2AF9A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44A21-F8CA-D4B6-1EFD-8FFC3ABD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4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4E9C-75D4-40F3-0D02-219B5602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71F4C-0990-C910-6CF9-FDF0F02B7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FC12C-EFAE-3F85-4008-892B3AEC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AB218-4DF7-4CC2-3098-5B43D16E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9E2-B428-16A9-4747-70A10AC7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56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ABB3-B6EC-D0DE-10DF-FDA7C86AE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C29E9-D96D-CEA4-057E-449AC4EF5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59CDA-21CC-4354-7F7C-2885E6DBB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DF42-751F-6027-48C4-E8C60590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52AB3-D27D-DD1F-24FF-478E05DEB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4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9C78-18EE-3F4E-D3B8-A08A6F45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58CA-1488-676F-67A4-00575B7F0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48F1B-FA67-0382-B27E-1D4C0E376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A6DC9-F3D7-03E8-84CD-6D2A26DAF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9774B-A343-56DC-8E8D-3AC67D26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74B1E-B91A-FC3C-FFA8-0D051200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8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4DD76-C5C6-175F-7090-7126A746E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87AF7-3C65-90E6-9CB7-4B61EED89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FD023-A196-6B02-4F45-CC40E795A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05137-6E7B-99DE-7B14-00F24B2C1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7DDB5-E4C5-0A02-8778-6BE5DFD28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B6BEA4-A455-60DE-DCB0-F536D9DA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E34A92-4A5D-1D08-465F-58C9AC51E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DA1BA2-DDDA-F0D7-6671-B385F9EE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70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C303-95D5-7931-C65D-8D3E144C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20629-FF5D-D69D-7288-86D99CC5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31789-3725-9ED7-A453-40882932C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26EE1-873C-474F-8264-69303CCA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6D3FA-2EA7-2213-601A-765DA26E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038E38-24E1-FFD9-F946-39F4016F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0D8E2-8A86-58AA-3380-6F2236A5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04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0664F-50C5-7863-E5C8-DACF4CB7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03F-6F07-9C6F-066B-23E281C53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80CB8-EB78-DB5D-D6CB-67FEFB4E0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97FEB-7677-8AD3-1239-1CBE8271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27D2D-E8D6-B554-7FD8-2BF6DDDB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D806F-D235-C8AC-6561-76E94E47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21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4AC2-5914-B45B-58FE-49B5ACCA3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7A56B-198D-2A89-4260-B1D03CA14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FB742-C98C-2B0D-6025-3AF705344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1676B-5291-C560-1143-2B5493D60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F9BE9-E78F-3A1B-59C9-D2FCB74E0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23E64-3165-7FF3-DF3E-E45CB81A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90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077B-BCFD-8E18-D18A-0AE47D885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219C-8E39-4DEB-EE72-3AE1B4A0A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73F89-DCC2-E068-0A68-ADBDC764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63263-2EE6-F20D-4801-A8D42DF3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9356B-C375-AF50-D5F8-C99B4AF7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97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FF959D-EE8E-F5FD-8A35-04915185B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3EBAF-6F5C-227A-14D3-F6FF7EFEB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E1ED5-1D2E-0B64-AB34-EFC18C2E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3B23E-F6C1-CB0B-2C51-34B04FB9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E8662-0454-B689-7BA8-0FCE68A5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73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724AE-BDD1-6A05-37A3-6CB11EFD0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B7A43-A8CD-DF72-DFC0-368A7C672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41D4C-D6C9-969A-3BDA-749AC8402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2E914-6C4D-4EB5-8289-0D73BE31013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90A0A-ECC0-8BA0-9C0C-09ED60AA5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5118D-2E53-BD35-0971-F5FFC5A67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D033B-8B4C-41D4-9AE6-0FA00458B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7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48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 Lin</dc:creator>
  <cp:lastModifiedBy>Yun Lin</cp:lastModifiedBy>
  <cp:revision>1</cp:revision>
  <dcterms:created xsi:type="dcterms:W3CDTF">2024-10-28T10:33:52Z</dcterms:created>
  <dcterms:modified xsi:type="dcterms:W3CDTF">2024-10-28T10:33:59Z</dcterms:modified>
</cp:coreProperties>
</file>