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800066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12"/>
    <p:restoredTop sz="94703"/>
  </p:normalViewPr>
  <p:slideViewPr>
    <p:cSldViewPr snapToGrid="0">
      <p:cViewPr varScale="1">
        <p:scale>
          <a:sx n="108" d="100"/>
          <a:sy n="108" d="100"/>
        </p:scale>
        <p:origin x="1448" y="1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122363"/>
            <a:ext cx="1350049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3602038"/>
            <a:ext cx="13500497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B821B-E3C5-D142-9AF1-FF75D0E76860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EFDE-6990-0046-872F-35086D04E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143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B821B-E3C5-D142-9AF1-FF75D0E76860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EFDE-6990-0046-872F-35086D04E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257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1709738"/>
            <a:ext cx="1552557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4589464"/>
            <a:ext cx="1552557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B821B-E3C5-D142-9AF1-FF75D0E76860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EFDE-6990-0046-872F-35086D04E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91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1825625"/>
            <a:ext cx="7650282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1825625"/>
            <a:ext cx="7650282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B821B-E3C5-D142-9AF1-FF75D0E76860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EFDE-6990-0046-872F-35086D04E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703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365126"/>
            <a:ext cx="15525572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1681163"/>
            <a:ext cx="761512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2505075"/>
            <a:ext cx="7615123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1681163"/>
            <a:ext cx="765262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2505075"/>
            <a:ext cx="7652626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B821B-E3C5-D142-9AF1-FF75D0E76860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EFDE-6990-0046-872F-35086D04E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029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B821B-E3C5-D142-9AF1-FF75D0E76860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EFDE-6990-0046-872F-35086D04E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153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B821B-E3C5-D142-9AF1-FF75D0E76860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EFDE-6990-0046-872F-35086D04E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258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457200"/>
            <a:ext cx="580568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987426"/>
            <a:ext cx="9112836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057400"/>
            <a:ext cx="580568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B821B-E3C5-D142-9AF1-FF75D0E76860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EFDE-6990-0046-872F-35086D04E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30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457200"/>
            <a:ext cx="580568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987426"/>
            <a:ext cx="9112836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057400"/>
            <a:ext cx="580568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B821B-E3C5-D142-9AF1-FF75D0E76860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EFDE-6990-0046-872F-35086D04E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342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B821B-E3C5-D142-9AF1-FF75D0E76860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EFDE-6990-0046-872F-35086D04E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050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365125"/>
            <a:ext cx="3881393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365125"/>
            <a:ext cx="11419171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B821B-E3C5-D142-9AF1-FF75D0E76860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EFDE-6990-0046-872F-35086D04E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003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365126"/>
            <a:ext cx="1552557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1825625"/>
            <a:ext cx="1552557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6356351"/>
            <a:ext cx="40501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DB821B-E3C5-D142-9AF1-FF75D0E76860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6356351"/>
            <a:ext cx="60752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6356351"/>
            <a:ext cx="40501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03EFDE-6990-0046-872F-35086D04E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146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image" Target="../media/image13.png"/><Relationship Id="rId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55030CC-DD65-AFAF-04C3-3FDFF7912C24}"/>
              </a:ext>
            </a:extLst>
          </p:cNvPr>
          <p:cNvGrpSpPr/>
          <p:nvPr/>
        </p:nvGrpSpPr>
        <p:grpSpPr>
          <a:xfrm>
            <a:off x="2488113" y="1937254"/>
            <a:ext cx="14127759" cy="3539090"/>
            <a:chOff x="106418" y="555447"/>
            <a:chExt cx="14127759" cy="3539090"/>
          </a:xfrm>
        </p:grpSpPr>
        <p:sp>
          <p:nvSpPr>
            <p:cNvPr id="5" name="文本框 52">
              <a:extLst>
                <a:ext uri="{FF2B5EF4-FFF2-40B4-BE49-F238E27FC236}">
                  <a16:creationId xmlns:a16="http://schemas.microsoft.com/office/drawing/2014/main" id="{F9ADCDF7-E7B5-A679-15C2-BA764B073CE9}"/>
                </a:ext>
              </a:extLst>
            </p:cNvPr>
            <p:cNvSpPr txBox="1"/>
            <p:nvPr/>
          </p:nvSpPr>
          <p:spPr>
            <a:xfrm>
              <a:off x="6383973" y="3405452"/>
              <a:ext cx="205032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1600" dirty="0">
                  <a:latin typeface="Arial" panose="020B0604020202020204" pitchFamily="34" charset="0"/>
                  <a:cs typeface="Arial" panose="020B0604020202020204" pitchFamily="34" charset="0"/>
                </a:rPr>
                <a:t>No screen transition</a:t>
              </a:r>
              <a:endParaRPr lang="zh-CN" altLang="en-US" sz="1600" dirty="0">
                <a:latin typeface="Arial" panose="020B0604020202020204" pitchFamily="34" charset="0"/>
                <a:ea typeface="微软雅黑" charset="0"/>
                <a:cs typeface="Arial" panose="020B060402020202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B24C6E7-371E-613B-12E3-A8A9E76DFFB2}"/>
                </a:ext>
              </a:extLst>
            </p:cNvPr>
            <p:cNvSpPr/>
            <p:nvPr/>
          </p:nvSpPr>
          <p:spPr>
            <a:xfrm>
              <a:off x="908982" y="2127637"/>
              <a:ext cx="1679692" cy="715328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Source Screen</a:t>
              </a:r>
              <a:b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zh-CN" sz="16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(</a:t>
              </a:r>
              <a:r>
                <a:rPr lang="en-US" altLang="zh-CN" sz="1600" i="1" dirty="0">
                  <a:solidFill>
                    <a:srgbClr val="3500FB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Implementation</a:t>
              </a:r>
              <a:r>
                <a:rPr lang="en-US" altLang="zh-CN" sz="16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)</a:t>
              </a:r>
              <a:endParaRPr lang="en-SG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AD173DE-8D28-B3BC-750F-DA02709C0A7A}"/>
                </a:ext>
              </a:extLst>
            </p:cNvPr>
            <p:cNvGrpSpPr/>
            <p:nvPr/>
          </p:nvGrpSpPr>
          <p:grpSpPr>
            <a:xfrm>
              <a:off x="106418" y="1925429"/>
              <a:ext cx="1047496" cy="1047554"/>
              <a:chOff x="1461802" y="185630"/>
              <a:chExt cx="1607127" cy="1607127"/>
            </a:xfrm>
          </p:grpSpPr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266F4AF1-943E-A14A-DBEB-F911C29092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461802" y="185630"/>
                <a:ext cx="1607127" cy="1607127"/>
              </a:xfrm>
              <a:prstGeom prst="rect">
                <a:avLst/>
              </a:prstGeom>
            </p:spPr>
          </p:pic>
          <p:pic>
            <p:nvPicPr>
              <p:cNvPr id="33" name="Picture 32" descr="A screenshot of a phone&#10;&#10;Description automatically generated">
                <a:extLst>
                  <a:ext uri="{FF2B5EF4-FFF2-40B4-BE49-F238E27FC236}">
                    <a16:creationId xmlns:a16="http://schemas.microsoft.com/office/drawing/2014/main" id="{A81994C1-219E-E0D0-8070-3861965873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13000" y="569913"/>
                <a:ext cx="504730" cy="824025"/>
              </a:xfrm>
              <a:prstGeom prst="rect">
                <a:avLst/>
              </a:prstGeom>
            </p:spPr>
          </p:pic>
        </p:grpSp>
        <p:cxnSp>
          <p:nvCxnSpPr>
            <p:cNvPr id="8" name="Connector: Elbow 30">
              <a:extLst>
                <a:ext uri="{FF2B5EF4-FFF2-40B4-BE49-F238E27FC236}">
                  <a16:creationId xmlns:a16="http://schemas.microsoft.com/office/drawing/2014/main" id="{42E1059B-97C6-87CB-BFC0-2F8FF9322E55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>
              <a:off x="2588674" y="2485301"/>
              <a:ext cx="56991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: Elbow 30">
              <a:extLst>
                <a:ext uri="{FF2B5EF4-FFF2-40B4-BE49-F238E27FC236}">
                  <a16:creationId xmlns:a16="http://schemas.microsoft.com/office/drawing/2014/main" id="{5786F290-A98A-33DF-4183-3640CA51CFD5}"/>
                </a:ext>
              </a:extLst>
            </p:cNvPr>
            <p:cNvCxnSpPr>
              <a:cxnSpLocks/>
              <a:stCxn id="30" idx="3"/>
              <a:endCxn id="28" idx="1"/>
            </p:cNvCxnSpPr>
            <p:nvPr/>
          </p:nvCxnSpPr>
          <p:spPr>
            <a:xfrm>
              <a:off x="7179625" y="2444469"/>
              <a:ext cx="421369" cy="60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Elbow 30">
              <a:extLst>
                <a:ext uri="{FF2B5EF4-FFF2-40B4-BE49-F238E27FC236}">
                  <a16:creationId xmlns:a16="http://schemas.microsoft.com/office/drawing/2014/main" id="{1FEC6F10-8BB5-AC07-E63B-245C29209493}"/>
                </a:ext>
              </a:extLst>
            </p:cNvPr>
            <p:cNvCxnSpPr>
              <a:cxnSpLocks/>
              <a:stCxn id="28" idx="2"/>
              <a:endCxn id="30" idx="2"/>
            </p:cNvCxnSpPr>
            <p:nvPr/>
          </p:nvCxnSpPr>
          <p:spPr>
            <a:xfrm rot="5400000">
              <a:off x="7392192" y="1739729"/>
              <a:ext cx="33893" cy="2239508"/>
            </a:xfrm>
            <a:prstGeom prst="bentConnector3">
              <a:avLst>
                <a:gd name="adj1" fmla="val 1665955"/>
              </a:avLst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矩形 48">
              <a:extLst>
                <a:ext uri="{FF2B5EF4-FFF2-40B4-BE49-F238E27FC236}">
                  <a16:creationId xmlns:a16="http://schemas.microsoft.com/office/drawing/2014/main" id="{7FCF6354-351B-3E3D-75B8-1FBA8409C8B0}"/>
                </a:ext>
              </a:extLst>
            </p:cNvPr>
            <p:cNvSpPr/>
            <p:nvPr/>
          </p:nvSpPr>
          <p:spPr>
            <a:xfrm>
              <a:off x="12257146" y="2043795"/>
              <a:ext cx="1727699" cy="794920"/>
            </a:xfrm>
            <a:prstGeom prst="flowChartTerminator">
              <a:avLst/>
            </a:prstGeom>
            <a:solidFill>
              <a:schemeClr val="bg1">
                <a:lumMod val="95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6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Screen Matching</a:t>
              </a:r>
              <a:endParaRPr lang="zh-CN" altLang="en-US" sz="1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34D7E2E-46B0-41D0-747A-0F6E4BDEF445}"/>
                </a:ext>
              </a:extLst>
            </p:cNvPr>
            <p:cNvGrpSpPr/>
            <p:nvPr/>
          </p:nvGrpSpPr>
          <p:grpSpPr>
            <a:xfrm>
              <a:off x="5399142" y="1925429"/>
              <a:ext cx="1918765" cy="951001"/>
              <a:chOff x="5821165" y="4329896"/>
              <a:chExt cx="1918765" cy="951001"/>
            </a:xfrm>
          </p:grpSpPr>
          <p:sp>
            <p:nvSpPr>
              <p:cNvPr id="30" name="矩形 16">
                <a:extLst>
                  <a:ext uri="{FF2B5EF4-FFF2-40B4-BE49-F238E27FC236}">
                    <a16:creationId xmlns:a16="http://schemas.microsoft.com/office/drawing/2014/main" id="{AE51AD3B-EFD0-5874-5DC0-09997EF1408C}"/>
                  </a:ext>
                </a:extLst>
              </p:cNvPr>
              <p:cNvSpPr/>
              <p:nvPr/>
            </p:nvSpPr>
            <p:spPr>
              <a:xfrm>
                <a:off x="5821165" y="4416974"/>
                <a:ext cx="1780483" cy="863923"/>
              </a:xfrm>
              <a:prstGeom prst="flowChartTerminator">
                <a:avLst/>
              </a:prstGeom>
              <a:solidFill>
                <a:schemeClr val="bg1">
                  <a:lumMod val="95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6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Action Completion</a:t>
                </a:r>
                <a:endParaRPr lang="zh-CN" altLang="en-US" sz="16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E3CD57D4-668B-E801-A601-3C0AC75A28B3}"/>
                  </a:ext>
                </a:extLst>
              </p:cNvPr>
              <p:cNvSpPr/>
              <p:nvPr/>
            </p:nvSpPr>
            <p:spPr>
              <a:xfrm>
                <a:off x="6967291" y="4329896"/>
                <a:ext cx="772639" cy="30645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600" b="1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VLM</a:t>
                </a:r>
                <a:endParaRPr lang="en-SG" sz="1600" b="1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442C67F-8BD1-924E-4829-72B406693E7A}"/>
                </a:ext>
              </a:extLst>
            </p:cNvPr>
            <p:cNvGrpSpPr/>
            <p:nvPr/>
          </p:nvGrpSpPr>
          <p:grpSpPr>
            <a:xfrm>
              <a:off x="7600994" y="1887823"/>
              <a:ext cx="1916709" cy="954714"/>
              <a:chOff x="6829077" y="2342480"/>
              <a:chExt cx="1916709" cy="954714"/>
            </a:xfrm>
          </p:grpSpPr>
          <p:sp>
            <p:nvSpPr>
              <p:cNvPr id="28" name="矩形 48">
                <a:extLst>
                  <a:ext uri="{FF2B5EF4-FFF2-40B4-BE49-F238E27FC236}">
                    <a16:creationId xmlns:a16="http://schemas.microsoft.com/office/drawing/2014/main" id="{8D41E4FB-F8C6-C6B4-DCFF-AD0D287334D4}"/>
                  </a:ext>
                </a:extLst>
              </p:cNvPr>
              <p:cNvSpPr/>
              <p:nvPr/>
            </p:nvSpPr>
            <p:spPr>
              <a:xfrm>
                <a:off x="6829077" y="2502273"/>
                <a:ext cx="1855795" cy="794921"/>
              </a:xfrm>
              <a:prstGeom prst="flowChartTerminator">
                <a:avLst/>
              </a:prstGeom>
              <a:solidFill>
                <a:schemeClr val="bg1">
                  <a:lumMod val="95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SG" sz="16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Action Execution</a:t>
                </a:r>
                <a:endParaRPr lang="zh-CN" altLang="en-US" sz="16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</p:txBody>
          </p:sp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64983530-199A-8040-B14D-3FF6D14D11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12864" y="2342480"/>
                <a:ext cx="432922" cy="432922"/>
              </a:xfrm>
              <a:prstGeom prst="rect">
                <a:avLst/>
              </a:prstGeom>
            </p:spPr>
          </p:pic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4639BF-CCAE-0581-6715-15C6D892230A}"/>
                </a:ext>
              </a:extLst>
            </p:cNvPr>
            <p:cNvSpPr/>
            <p:nvPr/>
          </p:nvSpPr>
          <p:spPr>
            <a:xfrm>
              <a:off x="9923572" y="2086804"/>
              <a:ext cx="1727699" cy="715328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Updated Screen</a:t>
              </a:r>
            </a:p>
            <a:p>
              <a:pPr algn="ctr"/>
              <a:r>
                <a:rPr lang="en-US" altLang="zh-CN" sz="16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(</a:t>
              </a:r>
              <a:r>
                <a:rPr lang="en-US" altLang="zh-CN" sz="1600" i="1" dirty="0">
                  <a:solidFill>
                    <a:srgbClr val="3500FB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Implementation</a:t>
              </a:r>
              <a:r>
                <a:rPr lang="en-US" altLang="zh-CN" sz="16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)</a:t>
              </a:r>
              <a:endParaRPr lang="en-SG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5" name="Connector: Elbow 30">
              <a:extLst>
                <a:ext uri="{FF2B5EF4-FFF2-40B4-BE49-F238E27FC236}">
                  <a16:creationId xmlns:a16="http://schemas.microsoft.com/office/drawing/2014/main" id="{D01BA581-184D-C143-6077-C607DBDEF98A}"/>
                </a:ext>
              </a:extLst>
            </p:cNvPr>
            <p:cNvCxnSpPr>
              <a:cxnSpLocks/>
              <a:stCxn id="28" idx="3"/>
              <a:endCxn id="14" idx="1"/>
            </p:cNvCxnSpPr>
            <p:nvPr/>
          </p:nvCxnSpPr>
          <p:spPr>
            <a:xfrm flipV="1">
              <a:off x="9456789" y="2444468"/>
              <a:ext cx="466783" cy="60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: Elbow 30">
              <a:extLst>
                <a:ext uri="{FF2B5EF4-FFF2-40B4-BE49-F238E27FC236}">
                  <a16:creationId xmlns:a16="http://schemas.microsoft.com/office/drawing/2014/main" id="{8F82418C-CC06-26C7-2AFD-CDFAEA8FA946}"/>
                </a:ext>
              </a:extLst>
            </p:cNvPr>
            <p:cNvCxnSpPr>
              <a:cxnSpLocks/>
              <a:stCxn id="14" idx="3"/>
              <a:endCxn id="11" idx="1"/>
            </p:cNvCxnSpPr>
            <p:nvPr/>
          </p:nvCxnSpPr>
          <p:spPr>
            <a:xfrm flipV="1">
              <a:off x="11651271" y="2441255"/>
              <a:ext cx="605875" cy="321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FF7DC8F-2F7F-CC94-C794-1A246E2FCA0E}"/>
                </a:ext>
              </a:extLst>
            </p:cNvPr>
            <p:cNvSpPr/>
            <p:nvPr/>
          </p:nvSpPr>
          <p:spPr>
            <a:xfrm>
              <a:off x="12257145" y="832805"/>
              <a:ext cx="1727699" cy="715328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Target Screen</a:t>
              </a:r>
              <a:b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zh-CN" sz="16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(</a:t>
              </a:r>
              <a:r>
                <a:rPr lang="en-US" altLang="zh-CN" sz="1600" i="1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Mock-up</a:t>
              </a:r>
              <a:r>
                <a:rPr lang="en-US" altLang="zh-CN" sz="16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)</a:t>
              </a:r>
              <a:endParaRPr lang="en-SG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Connector: Elbow 30">
              <a:extLst>
                <a:ext uri="{FF2B5EF4-FFF2-40B4-BE49-F238E27FC236}">
                  <a16:creationId xmlns:a16="http://schemas.microsoft.com/office/drawing/2014/main" id="{B28ED64B-CAD4-620F-99BE-9B85DFFF779E}"/>
                </a:ext>
              </a:extLst>
            </p:cNvPr>
            <p:cNvCxnSpPr>
              <a:cxnSpLocks/>
              <a:stCxn id="17" idx="2"/>
              <a:endCxn id="11" idx="0"/>
            </p:cNvCxnSpPr>
            <p:nvPr/>
          </p:nvCxnSpPr>
          <p:spPr>
            <a:xfrm>
              <a:off x="13120995" y="1548133"/>
              <a:ext cx="1" cy="49566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44E470D-C6F8-7EB5-B8CC-47EF6C172485}"/>
                </a:ext>
              </a:extLst>
            </p:cNvPr>
            <p:cNvSpPr/>
            <p:nvPr/>
          </p:nvSpPr>
          <p:spPr>
            <a:xfrm>
              <a:off x="12007811" y="3379209"/>
              <a:ext cx="2226366" cy="715328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Process Inconsistency </a:t>
              </a:r>
            </a:p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Report</a:t>
              </a:r>
              <a:endParaRPr lang="en-SG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0" name="Connector: Elbow 30">
              <a:extLst>
                <a:ext uri="{FF2B5EF4-FFF2-40B4-BE49-F238E27FC236}">
                  <a16:creationId xmlns:a16="http://schemas.microsoft.com/office/drawing/2014/main" id="{E91049BE-881A-F7BB-5D20-0B27260ECB71}"/>
                </a:ext>
              </a:extLst>
            </p:cNvPr>
            <p:cNvCxnSpPr>
              <a:cxnSpLocks/>
              <a:stCxn id="11" idx="2"/>
              <a:endCxn id="19" idx="0"/>
            </p:cNvCxnSpPr>
            <p:nvPr/>
          </p:nvCxnSpPr>
          <p:spPr>
            <a:xfrm flipH="1">
              <a:off x="13120994" y="2838715"/>
              <a:ext cx="2" cy="5404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52">
              <a:extLst>
                <a:ext uri="{FF2B5EF4-FFF2-40B4-BE49-F238E27FC236}">
                  <a16:creationId xmlns:a16="http://schemas.microsoft.com/office/drawing/2014/main" id="{DD580C8B-1010-EE73-27AC-1138D017280E}"/>
                </a:ext>
              </a:extLst>
            </p:cNvPr>
            <p:cNvSpPr txBox="1"/>
            <p:nvPr/>
          </p:nvSpPr>
          <p:spPr>
            <a:xfrm>
              <a:off x="11491228" y="2936917"/>
              <a:ext cx="170229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1600" dirty="0">
                  <a:latin typeface="Arial" panose="020B0604020202020204" pitchFamily="34" charset="0"/>
                  <a:cs typeface="Arial" panose="020B0604020202020204" pitchFamily="34" charset="0"/>
                </a:rPr>
                <a:t>Incorrect screen</a:t>
              </a:r>
              <a:endParaRPr lang="zh-CN" altLang="en-US" sz="1600" dirty="0">
                <a:latin typeface="Arial" panose="020B0604020202020204" pitchFamily="34" charset="0"/>
                <a:ea typeface="微软雅黑" charset="0"/>
                <a:cs typeface="Arial" panose="020B0604020202020204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74738B0-B602-1058-98D4-92E105009222}"/>
                </a:ext>
              </a:extLst>
            </p:cNvPr>
            <p:cNvSpPr/>
            <p:nvPr/>
          </p:nvSpPr>
          <p:spPr>
            <a:xfrm>
              <a:off x="908982" y="673605"/>
              <a:ext cx="1679692" cy="715328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Source Screen</a:t>
              </a:r>
              <a:b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zh-CN" sz="16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(</a:t>
              </a:r>
              <a:r>
                <a:rPr lang="en-US" altLang="zh-CN" sz="1600" i="1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Mock-up</a:t>
              </a:r>
              <a:r>
                <a:rPr lang="en-US" altLang="zh-CN" sz="16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)</a:t>
              </a:r>
              <a:endParaRPr lang="en-SG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E5142AD-F698-4355-D4BC-2F8284E722AD}"/>
                </a:ext>
              </a:extLst>
            </p:cNvPr>
            <p:cNvSpPr/>
            <p:nvPr/>
          </p:nvSpPr>
          <p:spPr>
            <a:xfrm>
              <a:off x="3158588" y="2086982"/>
              <a:ext cx="1780483" cy="715328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Action Description</a:t>
              </a:r>
              <a:endParaRPr lang="en-SG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4" name="Connector: Elbow 30">
              <a:extLst>
                <a:ext uri="{FF2B5EF4-FFF2-40B4-BE49-F238E27FC236}">
                  <a16:creationId xmlns:a16="http://schemas.microsoft.com/office/drawing/2014/main" id="{57B745F4-19C8-F683-0DDE-8AA705F1C947}"/>
                </a:ext>
              </a:extLst>
            </p:cNvPr>
            <p:cNvCxnSpPr>
              <a:cxnSpLocks/>
              <a:stCxn id="23" idx="3"/>
              <a:endCxn id="30" idx="1"/>
            </p:cNvCxnSpPr>
            <p:nvPr/>
          </p:nvCxnSpPr>
          <p:spPr>
            <a:xfrm flipV="1">
              <a:off x="4939071" y="2444469"/>
              <a:ext cx="460071" cy="1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: Elbow 30">
              <a:extLst>
                <a:ext uri="{FF2B5EF4-FFF2-40B4-BE49-F238E27FC236}">
                  <a16:creationId xmlns:a16="http://schemas.microsoft.com/office/drawing/2014/main" id="{42204251-6B56-985D-C6B3-21EE561EAFC1}"/>
                </a:ext>
              </a:extLst>
            </p:cNvPr>
            <p:cNvCxnSpPr>
              <a:cxnSpLocks/>
              <a:stCxn id="22" idx="2"/>
              <a:endCxn id="6" idx="0"/>
            </p:cNvCxnSpPr>
            <p:nvPr/>
          </p:nvCxnSpPr>
          <p:spPr>
            <a:xfrm>
              <a:off x="1748828" y="1388933"/>
              <a:ext cx="0" cy="7387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52">
              <a:extLst>
                <a:ext uri="{FF2B5EF4-FFF2-40B4-BE49-F238E27FC236}">
                  <a16:creationId xmlns:a16="http://schemas.microsoft.com/office/drawing/2014/main" id="{B05664D1-44BE-E672-6506-5C866A6FC7A2}"/>
                </a:ext>
              </a:extLst>
            </p:cNvPr>
            <p:cNvSpPr txBox="1"/>
            <p:nvPr/>
          </p:nvSpPr>
          <p:spPr>
            <a:xfrm>
              <a:off x="1748283" y="1549269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1600" dirty="0">
                  <a:latin typeface="Arial" panose="020B0604020202020204" pitchFamily="34" charset="0"/>
                  <a:cs typeface="Arial" panose="020B0604020202020204" pitchFamily="34" charset="0"/>
                </a:rPr>
                <a:t>Locate</a:t>
              </a:r>
              <a:endParaRPr lang="zh-CN" altLang="en-US" sz="1600" dirty="0">
                <a:latin typeface="Arial" panose="020B0604020202020204" pitchFamily="34" charset="0"/>
                <a:ea typeface="微软雅黑" charset="0"/>
                <a:cs typeface="Arial" panose="020B0604020202020204" pitchFamily="34" charset="0"/>
              </a:endParaRPr>
            </a:p>
          </p:txBody>
        </p:sp>
        <p:pic>
          <p:nvPicPr>
            <p:cNvPr id="27" name="Picture 26" descr="A screenshot of a phone&#10;&#10;Description automatically generated">
              <a:extLst>
                <a:ext uri="{FF2B5EF4-FFF2-40B4-BE49-F238E27FC236}">
                  <a16:creationId xmlns:a16="http://schemas.microsoft.com/office/drawing/2014/main" id="{3ED9A9B9-EE61-A299-B1F3-34D2DB242B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1699" y="555447"/>
              <a:ext cx="316933" cy="9516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67444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88A84A2-7DC5-6850-1F82-B100CDCA3B4D}"/>
              </a:ext>
            </a:extLst>
          </p:cNvPr>
          <p:cNvSpPr/>
          <p:nvPr/>
        </p:nvSpPr>
        <p:spPr>
          <a:xfrm>
            <a:off x="4252940" y="2499428"/>
            <a:ext cx="1422919" cy="774136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Screen</a:t>
            </a:r>
            <a:endParaRPr lang="en-SG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684E82-E875-52B8-C975-665C9146DD15}"/>
              </a:ext>
            </a:extLst>
          </p:cNvPr>
          <p:cNvSpPr/>
          <p:nvPr/>
        </p:nvSpPr>
        <p:spPr>
          <a:xfrm>
            <a:off x="7108850" y="4157979"/>
            <a:ext cx="1250780" cy="763418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</a:t>
            </a:r>
            <a:endParaRPr lang="en-SG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870A9A-9224-9DBA-515D-5A4227219F06}"/>
              </a:ext>
            </a:extLst>
          </p:cNvPr>
          <p:cNvSpPr/>
          <p:nvPr/>
        </p:nvSpPr>
        <p:spPr>
          <a:xfrm>
            <a:off x="4252940" y="4147261"/>
            <a:ext cx="1422918" cy="774136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Widget</a:t>
            </a:r>
            <a:endParaRPr lang="en-SG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02C56A-2AA2-5260-F5DF-76B9A6A97E43}"/>
              </a:ext>
            </a:extLst>
          </p:cNvPr>
          <p:cNvSpPr/>
          <p:nvPr/>
        </p:nvSpPr>
        <p:spPr>
          <a:xfrm>
            <a:off x="5393590" y="614286"/>
            <a:ext cx="1422919" cy="774136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</a:t>
            </a:r>
            <a:endParaRPr lang="en-SG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Curved Connector 642">
            <a:extLst>
              <a:ext uri="{FF2B5EF4-FFF2-40B4-BE49-F238E27FC236}">
                <a16:creationId xmlns:a16="http://schemas.microsoft.com/office/drawing/2014/main" id="{956106D0-63E0-859D-1660-B2395CB4DEB5}"/>
              </a:ext>
            </a:extLst>
          </p:cNvPr>
          <p:cNvCxnSpPr>
            <a:cxnSpLocks/>
            <a:stCxn id="7" idx="1"/>
            <a:endCxn id="4" idx="1"/>
          </p:cNvCxnSpPr>
          <p:nvPr/>
        </p:nvCxnSpPr>
        <p:spPr>
          <a:xfrm rot="10800000" flipV="1">
            <a:off x="4252940" y="1001354"/>
            <a:ext cx="1140650" cy="1885142"/>
          </a:xfrm>
          <a:prstGeom prst="bentConnector3">
            <a:avLst>
              <a:gd name="adj1" fmla="val 120041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30">
            <a:extLst>
              <a:ext uri="{FF2B5EF4-FFF2-40B4-BE49-F238E27FC236}">
                <a16:creationId xmlns:a16="http://schemas.microsoft.com/office/drawing/2014/main" id="{CEECFA60-A890-C303-DD8E-155605097847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4964399" y="3273564"/>
            <a:ext cx="1" cy="873697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30">
            <a:extLst>
              <a:ext uri="{FF2B5EF4-FFF2-40B4-BE49-F238E27FC236}">
                <a16:creationId xmlns:a16="http://schemas.microsoft.com/office/drawing/2014/main" id="{AB209C70-3406-075A-FD4E-9BC5310B1DA8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>
            <a:off x="5675858" y="4534329"/>
            <a:ext cx="1432992" cy="535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36">
            <a:extLst>
              <a:ext uri="{FF2B5EF4-FFF2-40B4-BE49-F238E27FC236}">
                <a16:creationId xmlns:a16="http://schemas.microsoft.com/office/drawing/2014/main" id="{4965223F-F99D-F827-657C-889317964D25}"/>
              </a:ext>
            </a:extLst>
          </p:cNvPr>
          <p:cNvCxnSpPr>
            <a:cxnSpLocks/>
            <a:stCxn id="5" idx="3"/>
            <a:endCxn id="7" idx="3"/>
          </p:cNvCxnSpPr>
          <p:nvPr/>
        </p:nvCxnSpPr>
        <p:spPr>
          <a:xfrm flipH="1" flipV="1">
            <a:off x="6816509" y="1001354"/>
            <a:ext cx="1543121" cy="3538334"/>
          </a:xfrm>
          <a:prstGeom prst="bentConnector3">
            <a:avLst>
              <a:gd name="adj1" fmla="val -14814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c 11">
            <a:extLst>
              <a:ext uri="{FF2B5EF4-FFF2-40B4-BE49-F238E27FC236}">
                <a16:creationId xmlns:a16="http://schemas.microsoft.com/office/drawing/2014/main" id="{BC495A9A-F701-F464-299A-B4F4ACFB9ED9}"/>
              </a:ext>
            </a:extLst>
          </p:cNvPr>
          <p:cNvSpPr/>
          <p:nvPr/>
        </p:nvSpPr>
        <p:spPr>
          <a:xfrm flipH="1">
            <a:off x="4524259" y="1253067"/>
            <a:ext cx="1666857" cy="2491049"/>
          </a:xfrm>
          <a:prstGeom prst="arc">
            <a:avLst>
              <a:gd name="adj1" fmla="val 16128929"/>
              <a:gd name="adj2" fmla="val 0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onnector: Elbow 30">
            <a:extLst>
              <a:ext uri="{FF2B5EF4-FFF2-40B4-BE49-F238E27FC236}">
                <a16:creationId xmlns:a16="http://schemas.microsoft.com/office/drawing/2014/main" id="{4EFEA72E-90C7-6864-481A-61655B35918A}"/>
              </a:ext>
            </a:extLst>
          </p:cNvPr>
          <p:cNvCxnSpPr>
            <a:cxnSpLocks/>
            <a:endCxn id="4" idx="3"/>
          </p:cNvCxnSpPr>
          <p:nvPr/>
        </p:nvCxnSpPr>
        <p:spPr>
          <a:xfrm flipH="1" flipV="1">
            <a:off x="5675859" y="2886496"/>
            <a:ext cx="1422918" cy="1271482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urved Connector 642">
            <a:extLst>
              <a:ext uri="{FF2B5EF4-FFF2-40B4-BE49-F238E27FC236}">
                <a16:creationId xmlns:a16="http://schemas.microsoft.com/office/drawing/2014/main" id="{97EEA155-7329-9209-65EA-C37709FB0898}"/>
              </a:ext>
            </a:extLst>
          </p:cNvPr>
          <p:cNvCxnSpPr>
            <a:cxnSpLocks/>
            <a:endCxn id="5" idx="0"/>
          </p:cNvCxnSpPr>
          <p:nvPr/>
        </p:nvCxnSpPr>
        <p:spPr>
          <a:xfrm rot="16200000" flipH="1">
            <a:off x="5822920" y="2246659"/>
            <a:ext cx="2904910" cy="917730"/>
          </a:xfrm>
          <a:prstGeom prst="bentConnector3">
            <a:avLst>
              <a:gd name="adj1" fmla="val 452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CB2F309-20D1-9994-363D-B4849E68AAEB}"/>
              </a:ext>
            </a:extLst>
          </p:cNvPr>
          <p:cNvSpPr txBox="1"/>
          <p:nvPr/>
        </p:nvSpPr>
        <p:spPr>
          <a:xfrm>
            <a:off x="2738040" y="1531360"/>
            <a:ext cx="1570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</a:t>
            </a:r>
            <a:endParaRPr lang="en-SG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D0F7C4-AB32-D34C-EEFE-B4BA22D8DFEF}"/>
              </a:ext>
            </a:extLst>
          </p:cNvPr>
          <p:cNvSpPr txBox="1"/>
          <p:nvPr/>
        </p:nvSpPr>
        <p:spPr>
          <a:xfrm>
            <a:off x="3765172" y="1164462"/>
            <a:ext cx="1570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starts</a:t>
            </a:r>
            <a:endParaRPr lang="en-SG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D098E5-6ECB-3B9D-BCEF-A7F968C36979}"/>
              </a:ext>
            </a:extLst>
          </p:cNvPr>
          <p:cNvSpPr txBox="1"/>
          <p:nvPr/>
        </p:nvSpPr>
        <p:spPr>
          <a:xfrm>
            <a:off x="4999376" y="1531360"/>
            <a:ext cx="1570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ends</a:t>
            </a:r>
            <a:endParaRPr lang="en-SG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Curved Connector 642">
            <a:extLst>
              <a:ext uri="{FF2B5EF4-FFF2-40B4-BE49-F238E27FC236}">
                <a16:creationId xmlns:a16="http://schemas.microsoft.com/office/drawing/2014/main" id="{D423DB16-8190-CFA7-D6CE-4C59689CF2A8}"/>
              </a:ext>
            </a:extLst>
          </p:cNvPr>
          <p:cNvCxnSpPr>
            <a:cxnSpLocks/>
            <a:stCxn id="7" idx="2"/>
            <a:endCxn id="4" idx="0"/>
          </p:cNvCxnSpPr>
          <p:nvPr/>
        </p:nvCxnSpPr>
        <p:spPr>
          <a:xfrm rot="5400000">
            <a:off x="4979222" y="1373600"/>
            <a:ext cx="1111006" cy="114065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C91DDFC-A96C-DA80-5FB8-EC0B4C0EEF79}"/>
              </a:ext>
            </a:extLst>
          </p:cNvPr>
          <p:cNvSpPr txBox="1"/>
          <p:nvPr/>
        </p:nvSpPr>
        <p:spPr>
          <a:xfrm>
            <a:off x="3682264" y="3488774"/>
            <a:ext cx="1570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</a:t>
            </a:r>
            <a:endParaRPr lang="en-SG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13813D-5C92-D1AC-7BEF-52A94EFB772A}"/>
              </a:ext>
            </a:extLst>
          </p:cNvPr>
          <p:cNvSpPr txBox="1"/>
          <p:nvPr/>
        </p:nvSpPr>
        <p:spPr>
          <a:xfrm>
            <a:off x="5589083" y="4172111"/>
            <a:ext cx="1570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triggers</a:t>
            </a:r>
            <a:endParaRPr lang="en-SG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CA58F2-BCED-E14F-F5A8-C65799F88C2B}"/>
              </a:ext>
            </a:extLst>
          </p:cNvPr>
          <p:cNvSpPr txBox="1"/>
          <p:nvPr/>
        </p:nvSpPr>
        <p:spPr>
          <a:xfrm>
            <a:off x="5901081" y="3042960"/>
            <a:ext cx="1570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eads to</a:t>
            </a:r>
            <a:endParaRPr lang="en-SG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58A908-1658-38C0-EF6B-16017E4764DD}"/>
              </a:ext>
            </a:extLst>
          </p:cNvPr>
          <p:cNvSpPr txBox="1"/>
          <p:nvPr/>
        </p:nvSpPr>
        <p:spPr>
          <a:xfrm>
            <a:off x="8292846" y="2313925"/>
            <a:ext cx="1570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eads to</a:t>
            </a:r>
            <a:endParaRPr lang="en-SG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9FBFA4-74BF-CCEF-71F5-9091D922AE35}"/>
              </a:ext>
            </a:extLst>
          </p:cNvPr>
          <p:cNvSpPr txBox="1"/>
          <p:nvPr/>
        </p:nvSpPr>
        <p:spPr>
          <a:xfrm>
            <a:off x="6680433" y="2313925"/>
            <a:ext cx="1122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contains</a:t>
            </a:r>
            <a:endParaRPr lang="en-SG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FF5081-7369-802B-A2B6-F1A18B555501}"/>
              </a:ext>
            </a:extLst>
          </p:cNvPr>
          <p:cNvSpPr txBox="1"/>
          <p:nvPr/>
        </p:nvSpPr>
        <p:spPr>
          <a:xfrm>
            <a:off x="5115788" y="657628"/>
            <a:ext cx="320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solidFill>
                  <a:srgbClr val="3500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SG" sz="1800" dirty="0">
              <a:solidFill>
                <a:srgbClr val="3500F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C5299D-DE5C-45AA-ADC5-78B77B52F64F}"/>
              </a:ext>
            </a:extLst>
          </p:cNvPr>
          <p:cNvSpPr txBox="1"/>
          <p:nvPr/>
        </p:nvSpPr>
        <p:spPr>
          <a:xfrm>
            <a:off x="3529011" y="2583079"/>
            <a:ext cx="5416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solidFill>
                  <a:srgbClr val="3500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1..*</a:t>
            </a:r>
            <a:endParaRPr lang="en-SG" sz="1800" dirty="0">
              <a:solidFill>
                <a:srgbClr val="3500F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2CD808-C9AF-E395-DF3D-1978028D4C61}"/>
              </a:ext>
            </a:extLst>
          </p:cNvPr>
          <p:cNvSpPr txBox="1"/>
          <p:nvPr/>
        </p:nvSpPr>
        <p:spPr>
          <a:xfrm>
            <a:off x="5115788" y="955083"/>
            <a:ext cx="320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solidFill>
                  <a:srgbClr val="3500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SG" sz="1800" dirty="0">
              <a:solidFill>
                <a:srgbClr val="3500F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88602D-D68A-5A40-4EB2-E672179ED8E3}"/>
              </a:ext>
            </a:extLst>
          </p:cNvPr>
          <p:cNvSpPr txBox="1"/>
          <p:nvPr/>
        </p:nvSpPr>
        <p:spPr>
          <a:xfrm>
            <a:off x="4218714" y="2146023"/>
            <a:ext cx="320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solidFill>
                  <a:srgbClr val="3500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SG" sz="1800" dirty="0">
              <a:solidFill>
                <a:srgbClr val="3500F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A0D70A-EC42-B22F-E638-880A86C24B71}"/>
              </a:ext>
            </a:extLst>
          </p:cNvPr>
          <p:cNvSpPr txBox="1"/>
          <p:nvPr/>
        </p:nvSpPr>
        <p:spPr>
          <a:xfrm>
            <a:off x="6073208" y="1328434"/>
            <a:ext cx="320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solidFill>
                  <a:srgbClr val="3500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SG" sz="1800" dirty="0">
              <a:solidFill>
                <a:srgbClr val="3500F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F9E1972-B5B5-2B6F-AB9F-97290C1B4FA9}"/>
              </a:ext>
            </a:extLst>
          </p:cNvPr>
          <p:cNvSpPr txBox="1"/>
          <p:nvPr/>
        </p:nvSpPr>
        <p:spPr>
          <a:xfrm>
            <a:off x="4964023" y="2146023"/>
            <a:ext cx="5416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solidFill>
                  <a:srgbClr val="3500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1..*</a:t>
            </a:r>
            <a:endParaRPr lang="en-SG" sz="1800" dirty="0">
              <a:solidFill>
                <a:srgbClr val="3500F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551CEBD-A960-BBD9-4777-111F39B979AA}"/>
              </a:ext>
            </a:extLst>
          </p:cNvPr>
          <p:cNvSpPr txBox="1"/>
          <p:nvPr/>
        </p:nvSpPr>
        <p:spPr>
          <a:xfrm>
            <a:off x="6752826" y="1328434"/>
            <a:ext cx="320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solidFill>
                  <a:srgbClr val="3500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SG" sz="1800" dirty="0">
              <a:solidFill>
                <a:srgbClr val="3500F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69A33B-EA61-C36B-BEE9-7639E36F5692}"/>
              </a:ext>
            </a:extLst>
          </p:cNvPr>
          <p:cNvSpPr txBox="1"/>
          <p:nvPr/>
        </p:nvSpPr>
        <p:spPr>
          <a:xfrm>
            <a:off x="7726703" y="3810877"/>
            <a:ext cx="6169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solidFill>
                  <a:srgbClr val="3500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1..*</a:t>
            </a:r>
            <a:endParaRPr lang="en-SG" sz="1800" dirty="0">
              <a:solidFill>
                <a:srgbClr val="3500F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47B4A6-9004-C4A3-7913-A2E17F8F322A}"/>
              </a:ext>
            </a:extLst>
          </p:cNvPr>
          <p:cNvSpPr txBox="1"/>
          <p:nvPr/>
        </p:nvSpPr>
        <p:spPr>
          <a:xfrm>
            <a:off x="8298165" y="4565462"/>
            <a:ext cx="320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solidFill>
                  <a:srgbClr val="3500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SG" sz="1800" dirty="0">
              <a:solidFill>
                <a:srgbClr val="3500F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AFB598-9D55-6148-8C62-2CD2FFD88806}"/>
              </a:ext>
            </a:extLst>
          </p:cNvPr>
          <p:cNvSpPr txBox="1"/>
          <p:nvPr/>
        </p:nvSpPr>
        <p:spPr>
          <a:xfrm>
            <a:off x="6752826" y="657628"/>
            <a:ext cx="6169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rgbClr val="3500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zh-CN" sz="1800" dirty="0">
                <a:solidFill>
                  <a:srgbClr val="3500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..*</a:t>
            </a:r>
            <a:endParaRPr lang="en-SG" sz="1800" dirty="0">
              <a:solidFill>
                <a:srgbClr val="3500F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9D29A3-7215-B458-CF38-3803E684CA98}"/>
              </a:ext>
            </a:extLst>
          </p:cNvPr>
          <p:cNvSpPr txBox="1"/>
          <p:nvPr/>
        </p:nvSpPr>
        <p:spPr>
          <a:xfrm>
            <a:off x="6611219" y="4565462"/>
            <a:ext cx="553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solidFill>
                  <a:srgbClr val="3500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1..*</a:t>
            </a:r>
            <a:endParaRPr lang="en-SG" sz="1800" dirty="0">
              <a:solidFill>
                <a:srgbClr val="3500F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152D4E4-13DA-6293-A839-8CAF6AB2DF3C}"/>
              </a:ext>
            </a:extLst>
          </p:cNvPr>
          <p:cNvSpPr txBox="1"/>
          <p:nvPr/>
        </p:nvSpPr>
        <p:spPr>
          <a:xfrm>
            <a:off x="5606245" y="4565462"/>
            <a:ext cx="3619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solidFill>
                  <a:srgbClr val="3500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SG" sz="1800" dirty="0">
              <a:solidFill>
                <a:srgbClr val="3500F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E2F284F-092A-6E00-0FC8-8D6770B5000F}"/>
              </a:ext>
            </a:extLst>
          </p:cNvPr>
          <p:cNvSpPr txBox="1"/>
          <p:nvPr/>
        </p:nvSpPr>
        <p:spPr>
          <a:xfrm>
            <a:off x="4964023" y="3227626"/>
            <a:ext cx="3619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solidFill>
                  <a:srgbClr val="3500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SG" sz="1800" dirty="0">
              <a:solidFill>
                <a:srgbClr val="3500F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67B6FB-BD57-A9D9-769B-BD375D4BB9AF}"/>
              </a:ext>
            </a:extLst>
          </p:cNvPr>
          <p:cNvSpPr txBox="1"/>
          <p:nvPr/>
        </p:nvSpPr>
        <p:spPr>
          <a:xfrm>
            <a:off x="4964023" y="3810877"/>
            <a:ext cx="553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solidFill>
                  <a:srgbClr val="3500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1..*</a:t>
            </a:r>
            <a:endParaRPr lang="en-SG" sz="1800" dirty="0">
              <a:solidFill>
                <a:srgbClr val="3500F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54A649A-8D2E-40C9-FA1A-8B3088CE6C02}"/>
              </a:ext>
            </a:extLst>
          </p:cNvPr>
          <p:cNvSpPr txBox="1"/>
          <p:nvPr/>
        </p:nvSpPr>
        <p:spPr>
          <a:xfrm>
            <a:off x="6983967" y="3810877"/>
            <a:ext cx="3619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solidFill>
                  <a:srgbClr val="3500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SG" sz="1800" dirty="0">
              <a:solidFill>
                <a:srgbClr val="3500F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D52B937-B018-3BAE-671C-B073E47249A1}"/>
              </a:ext>
            </a:extLst>
          </p:cNvPr>
          <p:cNvSpPr txBox="1"/>
          <p:nvPr/>
        </p:nvSpPr>
        <p:spPr>
          <a:xfrm>
            <a:off x="5629108" y="2583079"/>
            <a:ext cx="553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rgbClr val="3500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zh-CN" sz="1800" dirty="0">
                <a:solidFill>
                  <a:srgbClr val="3500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..*</a:t>
            </a:r>
            <a:endParaRPr lang="en-SG" sz="1800" dirty="0">
              <a:solidFill>
                <a:srgbClr val="3500F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3439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25BE345-180A-E088-1C1B-3BC0FB9B18A8}"/>
              </a:ext>
            </a:extLst>
          </p:cNvPr>
          <p:cNvGrpSpPr/>
          <p:nvPr/>
        </p:nvGrpSpPr>
        <p:grpSpPr>
          <a:xfrm>
            <a:off x="92012" y="422535"/>
            <a:ext cx="17842903" cy="4708778"/>
            <a:chOff x="92012" y="422535"/>
            <a:chExt cx="17842903" cy="470877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F0C52D4-F8FF-EFCF-A647-810B63B61EE8}"/>
                </a:ext>
              </a:extLst>
            </p:cNvPr>
            <p:cNvSpPr/>
            <p:nvPr/>
          </p:nvSpPr>
          <p:spPr>
            <a:xfrm>
              <a:off x="1524670" y="422535"/>
              <a:ext cx="2804813" cy="322338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2400" b="1" i="1" dirty="0">
                  <a:solidFill>
                    <a:schemeClr val="tx1"/>
                  </a:solidFill>
                </a:rPr>
                <a:t>Input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49B6463-2D88-6390-3637-69BEED7C65E9}"/>
                </a:ext>
              </a:extLst>
            </p:cNvPr>
            <p:cNvSpPr/>
            <p:nvPr/>
          </p:nvSpPr>
          <p:spPr>
            <a:xfrm>
              <a:off x="15886047" y="2488989"/>
              <a:ext cx="2048868" cy="134968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2400" b="1" i="1" dirty="0">
                  <a:solidFill>
                    <a:schemeClr val="tx1"/>
                  </a:solidFill>
                </a:rPr>
                <a:t>Output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AF0C30A-ACB4-D945-0388-B3664E20A7D7}"/>
                </a:ext>
              </a:extLst>
            </p:cNvPr>
            <p:cNvSpPr/>
            <p:nvPr/>
          </p:nvSpPr>
          <p:spPr>
            <a:xfrm>
              <a:off x="92012" y="4099265"/>
              <a:ext cx="1884220" cy="9144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SG" altLang="zh-CN" sz="20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Compliance </a:t>
              </a:r>
            </a:p>
            <a:p>
              <a:pPr algn="ctr"/>
              <a:r>
                <a:rPr lang="en-SG" altLang="zh-CN" sz="20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Checking</a:t>
              </a:r>
              <a:endParaRPr lang="en-SG" sz="20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A45BB46-553A-1DA9-C578-F243FE849354}"/>
                </a:ext>
              </a:extLst>
            </p:cNvPr>
            <p:cNvSpPr/>
            <p:nvPr/>
          </p:nvSpPr>
          <p:spPr>
            <a:xfrm>
              <a:off x="2497224" y="4189131"/>
              <a:ext cx="1557522" cy="728028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Standardized </a:t>
              </a:r>
              <a:br>
                <a:rPr lang="en-US" altLang="zh-CN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zh-CN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Mock-ups</a:t>
              </a:r>
              <a:endParaRPr lang="en-SG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D5E6B1C-68AB-61BD-3DF1-38EF57656A8C}"/>
                </a:ext>
              </a:extLst>
            </p:cNvPr>
            <p:cNvSpPr/>
            <p:nvPr/>
          </p:nvSpPr>
          <p:spPr>
            <a:xfrm>
              <a:off x="1807022" y="1413071"/>
              <a:ext cx="1884220" cy="715328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App Implementations</a:t>
              </a:r>
              <a:endParaRPr lang="en-S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B7A7FD26-7D0D-8B1C-2CA6-A163B781688B}"/>
                    </a:ext>
                  </a:extLst>
                </p:cNvPr>
                <p:cNvSpPr/>
                <p:nvPr/>
              </p:nvSpPr>
              <p:spPr>
                <a:xfrm>
                  <a:off x="9449069" y="4189130"/>
                  <a:ext cx="2646111" cy="728028"/>
                </a:xfrm>
                <a:prstGeom prst="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0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Mock-up Screens (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𝒮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𝑡𝑎𝑟</m:t>
                          </m:r>
                        </m:sup>
                      </m:sSup>
                    </m:oMath>
                  </a14:m>
                  <a:r>
                    <a:rPr lang="en-SG" sz="20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</a:p>
              </p:txBody>
            </p:sp>
          </mc:Choice>
          <mc:Fallback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B7A7FD26-7D0D-8B1C-2CA6-A163B78168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49069" y="4189130"/>
                  <a:ext cx="2646111" cy="728028"/>
                </a:xfrm>
                <a:prstGeom prst="rect">
                  <a:avLst/>
                </a:prstGeom>
                <a:blipFill>
                  <a:blip r:embed="rId2"/>
                  <a:stretch>
                    <a:fillRect t="-1667" b="-10000"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Connector: Elbow 26">
              <a:extLst>
                <a:ext uri="{FF2B5EF4-FFF2-40B4-BE49-F238E27FC236}">
                  <a16:creationId xmlns:a16="http://schemas.microsoft.com/office/drawing/2014/main" id="{11A7C4E6-265B-9AA1-675D-CB9F17D3663C}"/>
                </a:ext>
              </a:extLst>
            </p:cNvPr>
            <p:cNvCxnSpPr>
              <a:cxnSpLocks/>
              <a:stCxn id="8" idx="3"/>
              <a:endCxn id="31" idx="2"/>
            </p:cNvCxnSpPr>
            <p:nvPr/>
          </p:nvCxnSpPr>
          <p:spPr>
            <a:xfrm>
              <a:off x="4054746" y="4553145"/>
              <a:ext cx="42108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39B7E384-5BBD-970D-4141-77DF54928CDF}"/>
                    </a:ext>
                  </a:extLst>
                </p:cNvPr>
                <p:cNvSpPr/>
                <p:nvPr/>
              </p:nvSpPr>
              <p:spPr>
                <a:xfrm>
                  <a:off x="9449069" y="1397162"/>
                  <a:ext cx="2646111" cy="728028"/>
                </a:xfrm>
                <a:prstGeom prst="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en-US" altLang="zh-CN" sz="20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Implemented Screens</a:t>
                  </a:r>
                </a:p>
                <a:p>
                  <a:pPr algn="ctr"/>
                  <a:r>
                    <a:rPr lang="en-US" altLang="zh-CN" sz="20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(</a:t>
                  </a:r>
                  <a14:m>
                    <m:oMath xmlns:m="http://schemas.openxmlformats.org/officeDocument/2006/math">
                      <m:r>
                        <a:rPr lang="en-US" altLang="zh-CN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𝒮</m:t>
                      </m:r>
                    </m:oMath>
                  </a14:m>
                  <a:r>
                    <a:rPr lang="en-SG" sz="20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</a:p>
              </p:txBody>
            </p:sp>
          </mc:Choice>
          <mc:Fallback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39B7E384-5BBD-970D-4141-77DF54928CD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49069" y="1397162"/>
                  <a:ext cx="2646111" cy="728028"/>
                </a:xfrm>
                <a:prstGeom prst="rect">
                  <a:avLst/>
                </a:prstGeom>
                <a:blipFill>
                  <a:blip r:embed="rId3"/>
                  <a:stretch>
                    <a:fillRect l="-2370" t="-1667" r="-1896" b="-10000"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Connector: Elbow 30">
              <a:extLst>
                <a:ext uri="{FF2B5EF4-FFF2-40B4-BE49-F238E27FC236}">
                  <a16:creationId xmlns:a16="http://schemas.microsoft.com/office/drawing/2014/main" id="{344D8576-5F3F-7229-01E7-753228F30CD1}"/>
                </a:ext>
              </a:extLst>
            </p:cNvPr>
            <p:cNvCxnSpPr>
              <a:cxnSpLocks/>
              <a:stCxn id="9" idx="3"/>
              <a:endCxn id="21" idx="1"/>
            </p:cNvCxnSpPr>
            <p:nvPr/>
          </p:nvCxnSpPr>
          <p:spPr>
            <a:xfrm>
              <a:off x="3691242" y="1770735"/>
              <a:ext cx="2066765" cy="242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161B4B7-0F13-E1BC-C0CF-13102933570D}"/>
                </a:ext>
              </a:extLst>
            </p:cNvPr>
            <p:cNvSpPr/>
            <p:nvPr/>
          </p:nvSpPr>
          <p:spPr>
            <a:xfrm>
              <a:off x="12766319" y="2106366"/>
              <a:ext cx="2737120" cy="9144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Screen Inconsistency </a:t>
              </a:r>
            </a:p>
            <a:p>
              <a:pPr algn="ctr"/>
              <a:r>
                <a:rPr lang="en-US" altLang="zh-CN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Checking</a:t>
              </a:r>
              <a:endParaRPr lang="en-SG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5" name="Connector: Elbow 39">
              <a:extLst>
                <a:ext uri="{FF2B5EF4-FFF2-40B4-BE49-F238E27FC236}">
                  <a16:creationId xmlns:a16="http://schemas.microsoft.com/office/drawing/2014/main" id="{05DD8A3A-5919-50B5-A607-D641F06FB20E}"/>
                </a:ext>
              </a:extLst>
            </p:cNvPr>
            <p:cNvCxnSpPr>
              <a:cxnSpLocks/>
              <a:stCxn id="10" idx="3"/>
              <a:endCxn id="14" idx="2"/>
            </p:cNvCxnSpPr>
            <p:nvPr/>
          </p:nvCxnSpPr>
          <p:spPr>
            <a:xfrm flipV="1">
              <a:off x="12095180" y="2563566"/>
              <a:ext cx="671139" cy="1989578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: Elbow 44">
              <a:extLst>
                <a:ext uri="{FF2B5EF4-FFF2-40B4-BE49-F238E27FC236}">
                  <a16:creationId xmlns:a16="http://schemas.microsoft.com/office/drawing/2014/main" id="{FF01D8C3-F945-F981-C8BF-B17016B908A0}"/>
                </a:ext>
              </a:extLst>
            </p:cNvPr>
            <p:cNvCxnSpPr>
              <a:cxnSpLocks/>
              <a:stCxn id="20" idx="3"/>
              <a:endCxn id="10" idx="1"/>
            </p:cNvCxnSpPr>
            <p:nvPr/>
          </p:nvCxnSpPr>
          <p:spPr>
            <a:xfrm flipV="1">
              <a:off x="9158751" y="4553144"/>
              <a:ext cx="290318" cy="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: Elbow 51">
              <a:extLst>
                <a:ext uri="{FF2B5EF4-FFF2-40B4-BE49-F238E27FC236}">
                  <a16:creationId xmlns:a16="http://schemas.microsoft.com/office/drawing/2014/main" id="{118F0DEF-1AC6-D1C8-C5D6-A5FDC9A394D0}"/>
                </a:ext>
              </a:extLst>
            </p:cNvPr>
            <p:cNvCxnSpPr>
              <a:cxnSpLocks/>
              <a:stCxn id="21" idx="3"/>
              <a:endCxn id="12" idx="1"/>
            </p:cNvCxnSpPr>
            <p:nvPr/>
          </p:nvCxnSpPr>
          <p:spPr>
            <a:xfrm flipV="1">
              <a:off x="8837103" y="1761176"/>
              <a:ext cx="611966" cy="119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B0DF638-21E5-AFC4-37F5-E37B245A7253}"/>
                </a:ext>
              </a:extLst>
            </p:cNvPr>
            <p:cNvGrpSpPr/>
            <p:nvPr/>
          </p:nvGrpSpPr>
          <p:grpSpPr>
            <a:xfrm>
              <a:off x="1793089" y="2187751"/>
              <a:ext cx="2277182" cy="1275648"/>
              <a:chOff x="734841" y="5269408"/>
              <a:chExt cx="2277182" cy="1275648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B2306326-488F-A491-F704-992E768B0A04}"/>
                  </a:ext>
                </a:extLst>
              </p:cNvPr>
              <p:cNvSpPr/>
              <p:nvPr/>
            </p:nvSpPr>
            <p:spPr>
              <a:xfrm>
                <a:off x="734841" y="5825663"/>
                <a:ext cx="1884220" cy="719393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App Mock-ups</a:t>
                </a:r>
                <a:endParaRPr lang="en-SG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9" name="Picture 38" descr="A screenshot of a computer screen&#10;&#10;Description automatically generated">
                <a:extLst>
                  <a:ext uri="{FF2B5EF4-FFF2-40B4-BE49-F238E27FC236}">
                    <a16:creationId xmlns:a16="http://schemas.microsoft.com/office/drawing/2014/main" id="{55581349-7576-F6B8-6722-57C4DAEA6A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60221" y="5269408"/>
                <a:ext cx="751802" cy="833015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  <p:cxnSp>
          <p:nvCxnSpPr>
            <p:cNvPr id="19" name="Connector: Elbow 26">
              <a:extLst>
                <a:ext uri="{FF2B5EF4-FFF2-40B4-BE49-F238E27FC236}">
                  <a16:creationId xmlns:a16="http://schemas.microsoft.com/office/drawing/2014/main" id="{4802CF22-18A5-E585-D0D5-A179B66AD433}"/>
                </a:ext>
              </a:extLst>
            </p:cNvPr>
            <p:cNvCxnSpPr>
              <a:cxnSpLocks/>
              <a:stCxn id="7" idx="6"/>
              <a:endCxn id="8" idx="1"/>
            </p:cNvCxnSpPr>
            <p:nvPr/>
          </p:nvCxnSpPr>
          <p:spPr>
            <a:xfrm flipV="1">
              <a:off x="1976232" y="4553145"/>
              <a:ext cx="520992" cy="33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流程图: 多文档 36">
                  <a:extLst>
                    <a:ext uri="{FF2B5EF4-FFF2-40B4-BE49-F238E27FC236}">
                      <a16:creationId xmlns:a16="http://schemas.microsoft.com/office/drawing/2014/main" id="{C58C5704-58D4-F759-012C-66552688C920}"/>
                    </a:ext>
                  </a:extLst>
                </p:cNvPr>
                <p:cNvSpPr/>
                <p:nvPr/>
              </p:nvSpPr>
              <p:spPr>
                <a:xfrm>
                  <a:off x="6642419" y="3974978"/>
                  <a:ext cx="2516332" cy="1156335"/>
                </a:xfrm>
                <a:prstGeom prst="flowChartMultidocumen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none" lIns="0" tIns="0" rIns="0" bIns="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Mock-up Processes </a:t>
                  </a:r>
                </a:p>
                <a:p>
                  <a:pPr algn="ctr"/>
                  <a:r>
                    <a:rPr lang="en-US" altLang="zh-CN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(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𝒫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𝑡𝑎𝑟</m:t>
                          </m:r>
                        </m:sup>
                      </m:sSup>
                    </m:oMath>
                  </a14:m>
                  <a:r>
                    <a:rPr lang="en-SG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</a:p>
              </p:txBody>
            </p:sp>
          </mc:Choice>
          <mc:Fallback>
            <p:sp>
              <p:nvSpPr>
                <p:cNvPr id="20" name="流程图: 多文档 36">
                  <a:extLst>
                    <a:ext uri="{FF2B5EF4-FFF2-40B4-BE49-F238E27FC236}">
                      <a16:creationId xmlns:a16="http://schemas.microsoft.com/office/drawing/2014/main" id="{C58C5704-58D4-F759-012C-66552688C92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2419" y="3974978"/>
                  <a:ext cx="2516332" cy="1156335"/>
                </a:xfrm>
                <a:prstGeom prst="flowChartMultidocument">
                  <a:avLst/>
                </a:prstGeom>
                <a:blipFill>
                  <a:blip r:embed="rId5"/>
                  <a:stretch>
                    <a:fillRect l="-3500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流程图: 多文档 36">
                  <a:extLst>
                    <a:ext uri="{FF2B5EF4-FFF2-40B4-BE49-F238E27FC236}">
                      <a16:creationId xmlns:a16="http://schemas.microsoft.com/office/drawing/2014/main" id="{4FA6F526-5A66-9725-5F83-2F9C1C8DA0CD}"/>
                    </a:ext>
                  </a:extLst>
                </p:cNvPr>
                <p:cNvSpPr/>
                <p:nvPr/>
              </p:nvSpPr>
              <p:spPr>
                <a:xfrm>
                  <a:off x="5758007" y="1194996"/>
                  <a:ext cx="3079096" cy="1156335"/>
                </a:xfrm>
                <a:prstGeom prst="flowChartMultidocumen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none" lIns="0" tIns="0" rIns="0" bIns="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Implemented Processes</a:t>
                  </a:r>
                </a:p>
                <a:p>
                  <a:pPr algn="ctr"/>
                  <a:r>
                    <a:rPr lang="en-US" altLang="zh-CN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𝒫</m:t>
                      </m:r>
                    </m:oMath>
                  </a14:m>
                  <a:r>
                    <a:rPr lang="en-SG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</a:p>
              </p:txBody>
            </p:sp>
          </mc:Choice>
          <mc:Fallback>
            <p:sp>
              <p:nvSpPr>
                <p:cNvPr id="21" name="流程图: 多文档 36">
                  <a:extLst>
                    <a:ext uri="{FF2B5EF4-FFF2-40B4-BE49-F238E27FC236}">
                      <a16:creationId xmlns:a16="http://schemas.microsoft.com/office/drawing/2014/main" id="{4FA6F526-5A66-9725-5F83-2F9C1C8DA0C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58007" y="1194996"/>
                  <a:ext cx="3079096" cy="1156335"/>
                </a:xfrm>
                <a:prstGeom prst="flowChartMultidocument">
                  <a:avLst/>
                </a:prstGeom>
                <a:blipFill>
                  <a:blip r:embed="rId6"/>
                  <a:stretch>
                    <a:fillRect l="-1230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EB37943-FB69-4655-94FF-B9FC142325A0}"/>
                </a:ext>
              </a:extLst>
            </p:cNvPr>
            <p:cNvSpPr/>
            <p:nvPr/>
          </p:nvSpPr>
          <p:spPr>
            <a:xfrm>
              <a:off x="12766319" y="3303941"/>
              <a:ext cx="2737120" cy="9144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Process Inconsistency </a:t>
              </a: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Checking</a:t>
              </a:r>
              <a:endParaRPr lang="en-S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3" name="Connector: Elbow 36">
              <a:extLst>
                <a:ext uri="{FF2B5EF4-FFF2-40B4-BE49-F238E27FC236}">
                  <a16:creationId xmlns:a16="http://schemas.microsoft.com/office/drawing/2014/main" id="{C1E25314-5BBE-5E31-522A-BBDF4850EB35}"/>
                </a:ext>
              </a:extLst>
            </p:cNvPr>
            <p:cNvCxnSpPr>
              <a:cxnSpLocks/>
              <a:stCxn id="12" idx="3"/>
              <a:endCxn id="22" idx="2"/>
            </p:cNvCxnSpPr>
            <p:nvPr/>
          </p:nvCxnSpPr>
          <p:spPr>
            <a:xfrm>
              <a:off x="12095180" y="1761176"/>
              <a:ext cx="671139" cy="1999965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: Elbow 26">
              <a:extLst>
                <a:ext uri="{FF2B5EF4-FFF2-40B4-BE49-F238E27FC236}">
                  <a16:creationId xmlns:a16="http://schemas.microsoft.com/office/drawing/2014/main" id="{7BDAA868-A85D-09E1-5298-F39F51DACCDF}"/>
                </a:ext>
              </a:extLst>
            </p:cNvPr>
            <p:cNvCxnSpPr>
              <a:cxnSpLocks/>
              <a:stCxn id="38" idx="1"/>
              <a:endCxn id="7" idx="0"/>
            </p:cNvCxnSpPr>
            <p:nvPr/>
          </p:nvCxnSpPr>
          <p:spPr>
            <a:xfrm rot="10800000" flipV="1">
              <a:off x="1034123" y="3103703"/>
              <a:ext cx="758967" cy="995562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: Elbow 44">
              <a:extLst>
                <a:ext uri="{FF2B5EF4-FFF2-40B4-BE49-F238E27FC236}">
                  <a16:creationId xmlns:a16="http://schemas.microsoft.com/office/drawing/2014/main" id="{43E917AB-5534-C82C-E379-CDC73FD86610}"/>
                </a:ext>
              </a:extLst>
            </p:cNvPr>
            <p:cNvCxnSpPr>
              <a:cxnSpLocks/>
              <a:endCxn id="34" idx="4"/>
            </p:cNvCxnSpPr>
            <p:nvPr/>
          </p:nvCxnSpPr>
          <p:spPr>
            <a:xfrm flipV="1">
              <a:off x="7078319" y="3632107"/>
              <a:ext cx="9046" cy="5533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B6D157E-F634-3A50-8E9C-22FE6135C610}"/>
                </a:ext>
              </a:extLst>
            </p:cNvPr>
            <p:cNvGrpSpPr/>
            <p:nvPr/>
          </p:nvGrpSpPr>
          <p:grpSpPr>
            <a:xfrm>
              <a:off x="2920590" y="422535"/>
              <a:ext cx="1432451" cy="1495105"/>
              <a:chOff x="1461802" y="185630"/>
              <a:chExt cx="1607127" cy="1607127"/>
            </a:xfrm>
          </p:grpSpPr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618BB627-627E-3439-3372-FB274CE46A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61802" y="185630"/>
                <a:ext cx="1607127" cy="1607127"/>
              </a:xfrm>
              <a:prstGeom prst="rect">
                <a:avLst/>
              </a:prstGeom>
            </p:spPr>
          </p:pic>
          <p:pic>
            <p:nvPicPr>
              <p:cNvPr id="37" name="Picture 36" descr="A screenshot of a phone&#10;&#10;Description automatically generated">
                <a:extLst>
                  <a:ext uri="{FF2B5EF4-FFF2-40B4-BE49-F238E27FC236}">
                    <a16:creationId xmlns:a16="http://schemas.microsoft.com/office/drawing/2014/main" id="{2DCA6419-614A-6841-3B9C-5AE1CB05BB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13000" y="569913"/>
                <a:ext cx="504730" cy="824025"/>
              </a:xfrm>
              <a:prstGeom prst="rect">
                <a:avLst/>
              </a:prstGeom>
            </p:spPr>
          </p:pic>
        </p:grpSp>
        <p:cxnSp>
          <p:nvCxnSpPr>
            <p:cNvPr id="27" name="Connector: Elbow 39">
              <a:extLst>
                <a:ext uri="{FF2B5EF4-FFF2-40B4-BE49-F238E27FC236}">
                  <a16:creationId xmlns:a16="http://schemas.microsoft.com/office/drawing/2014/main" id="{688CE2DC-18F3-71DC-0A9B-B6021DCB4709}"/>
                </a:ext>
              </a:extLst>
            </p:cNvPr>
            <p:cNvCxnSpPr>
              <a:cxnSpLocks/>
              <a:stCxn id="14" idx="6"/>
              <a:endCxn id="29" idx="1"/>
            </p:cNvCxnSpPr>
            <p:nvPr/>
          </p:nvCxnSpPr>
          <p:spPr>
            <a:xfrm>
              <a:off x="15503439" y="2563566"/>
              <a:ext cx="546212" cy="704527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: Elbow 36">
              <a:extLst>
                <a:ext uri="{FF2B5EF4-FFF2-40B4-BE49-F238E27FC236}">
                  <a16:creationId xmlns:a16="http://schemas.microsoft.com/office/drawing/2014/main" id="{6259A4CD-0690-DC57-7703-46BDF5462730}"/>
                </a:ext>
              </a:extLst>
            </p:cNvPr>
            <p:cNvCxnSpPr>
              <a:cxnSpLocks/>
              <a:stCxn id="22" idx="6"/>
              <a:endCxn id="29" idx="1"/>
            </p:cNvCxnSpPr>
            <p:nvPr/>
          </p:nvCxnSpPr>
          <p:spPr>
            <a:xfrm flipV="1">
              <a:off x="15503439" y="3268093"/>
              <a:ext cx="546212" cy="493048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CD03F14-A20D-D76C-9941-C7B3E9547BEF}"/>
                </a:ext>
              </a:extLst>
            </p:cNvPr>
            <p:cNvSpPr/>
            <p:nvPr/>
          </p:nvSpPr>
          <p:spPr>
            <a:xfrm>
              <a:off x="16049651" y="2904079"/>
              <a:ext cx="1745610" cy="728028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Inconsistency Report</a:t>
              </a:r>
              <a:endParaRPr lang="en-SG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F564A47F-540C-7F9A-FCAC-5C7DA4D96AF5}"/>
                </a:ext>
              </a:extLst>
            </p:cNvPr>
            <p:cNvGrpSpPr/>
            <p:nvPr/>
          </p:nvGrpSpPr>
          <p:grpSpPr>
            <a:xfrm>
              <a:off x="5244985" y="2488989"/>
              <a:ext cx="3684760" cy="1143118"/>
              <a:chOff x="3744574" y="2500307"/>
              <a:chExt cx="3684760" cy="1143118"/>
            </a:xfrm>
            <a:solidFill>
              <a:schemeClr val="bg1">
                <a:lumMod val="95000"/>
              </a:schemeClr>
            </a:solidFill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55565D65-B881-503E-6B80-7830D3DE8768}"/>
                  </a:ext>
                </a:extLst>
              </p:cNvPr>
              <p:cNvSpPr/>
              <p:nvPr/>
            </p:nvSpPr>
            <p:spPr>
              <a:xfrm>
                <a:off x="3744574" y="2729025"/>
                <a:ext cx="3684760" cy="914400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Action Chain Completion </a:t>
                </a:r>
              </a:p>
              <a:p>
                <a:pPr algn="ctr"/>
                <a:r>
                  <a:rPr lang="en-US" altLang="zh-CN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 Execution</a:t>
                </a:r>
                <a:endParaRPr lang="en-SG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69B21B1B-F970-AABA-7DC0-84AD371EA777}"/>
                  </a:ext>
                </a:extLst>
              </p:cNvPr>
              <p:cNvSpPr/>
              <p:nvPr/>
            </p:nvSpPr>
            <p:spPr>
              <a:xfrm>
                <a:off x="6328864" y="2500307"/>
                <a:ext cx="780198" cy="4029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VLM</a:t>
                </a:r>
                <a:endParaRPr lang="en-SG" sz="1600" b="1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06F24B2-FE99-C935-79DD-4E5C7C04D210}"/>
                </a:ext>
              </a:extLst>
            </p:cNvPr>
            <p:cNvSpPr/>
            <p:nvPr/>
          </p:nvSpPr>
          <p:spPr>
            <a:xfrm>
              <a:off x="4475835" y="4095945"/>
              <a:ext cx="1813656" cy="9144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SG" altLang="zh-CN" sz="20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Instantiation</a:t>
              </a:r>
              <a:endParaRPr lang="en-SG" sz="20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2" name="Connector: Elbow 26">
              <a:extLst>
                <a:ext uri="{FF2B5EF4-FFF2-40B4-BE49-F238E27FC236}">
                  <a16:creationId xmlns:a16="http://schemas.microsoft.com/office/drawing/2014/main" id="{E1077819-988E-5D04-FCCA-3C90DBB9E6F5}"/>
                </a:ext>
              </a:extLst>
            </p:cNvPr>
            <p:cNvCxnSpPr>
              <a:cxnSpLocks/>
              <a:stCxn id="31" idx="6"/>
              <a:endCxn id="20" idx="1"/>
            </p:cNvCxnSpPr>
            <p:nvPr/>
          </p:nvCxnSpPr>
          <p:spPr>
            <a:xfrm>
              <a:off x="6289491" y="4553145"/>
              <a:ext cx="352928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: Elbow 26">
              <a:extLst>
                <a:ext uri="{FF2B5EF4-FFF2-40B4-BE49-F238E27FC236}">
                  <a16:creationId xmlns:a16="http://schemas.microsoft.com/office/drawing/2014/main" id="{F554A3D0-EF17-CCD4-69F6-30FACE3FCAD6}"/>
                </a:ext>
              </a:extLst>
            </p:cNvPr>
            <p:cNvCxnSpPr>
              <a:cxnSpLocks/>
              <a:stCxn id="34" idx="0"/>
              <a:endCxn id="21" idx="2"/>
            </p:cNvCxnSpPr>
            <p:nvPr/>
          </p:nvCxnSpPr>
          <p:spPr>
            <a:xfrm flipH="1" flipV="1">
              <a:off x="7083444" y="2307540"/>
              <a:ext cx="3921" cy="41016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04030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125EC7C1-0EB4-FD20-170E-944239F19C3F}"/>
              </a:ext>
            </a:extLst>
          </p:cNvPr>
          <p:cNvGrpSpPr/>
          <p:nvPr/>
        </p:nvGrpSpPr>
        <p:grpSpPr>
          <a:xfrm>
            <a:off x="321629" y="1825629"/>
            <a:ext cx="15579293" cy="3887671"/>
            <a:chOff x="321629" y="1825629"/>
            <a:chExt cx="15579293" cy="3887671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9656445C-D628-0C31-A5E0-54D36155AC1F}"/>
                </a:ext>
              </a:extLst>
            </p:cNvPr>
            <p:cNvCxnSpPr>
              <a:cxnSpLocks/>
            </p:cNvCxnSpPr>
            <p:nvPr/>
          </p:nvCxnSpPr>
          <p:spPr>
            <a:xfrm>
              <a:off x="5353266" y="2863480"/>
              <a:ext cx="2051456" cy="0"/>
            </a:xfrm>
            <a:prstGeom prst="straightConnector1">
              <a:avLst/>
            </a:prstGeom>
            <a:ln>
              <a:solidFill>
                <a:srgbClr val="FF903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9733B865-B7EC-98CD-2E52-BE745CED8E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277828" y="1848971"/>
              <a:ext cx="1623094" cy="342900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pic>
          <p:nvPicPr>
            <p:cNvPr id="29" name="Picture 28" descr="A screenshot of a login page&#10;&#10;Description automatically generated">
              <a:extLst>
                <a:ext uri="{FF2B5EF4-FFF2-40B4-BE49-F238E27FC236}">
                  <a16:creationId xmlns:a16="http://schemas.microsoft.com/office/drawing/2014/main" id="{58DE5F1A-1617-17D9-53B1-92288AD836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866934" y="1848972"/>
              <a:ext cx="1633757" cy="3428999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pic>
          <p:nvPicPr>
            <p:cNvPr id="30" name="Picture 29" descr="A paper with text on it&#10;&#10;Description automatically generated">
              <a:extLst>
                <a:ext uri="{FF2B5EF4-FFF2-40B4-BE49-F238E27FC236}">
                  <a16:creationId xmlns:a16="http://schemas.microsoft.com/office/drawing/2014/main" id="{D531EDA9-06C0-A4F3-8A4B-4FC929889D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94562" y="1848971"/>
              <a:ext cx="1674915" cy="342900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EA52188D-4709-3C9D-3EFC-F41DBBC31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78351" y="1825629"/>
              <a:ext cx="1674915" cy="3428999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34F56D97-BCA6-B238-9B89-9FF2E08151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1629" y="1854559"/>
              <a:ext cx="1620226" cy="3417824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A02117F-19C7-967B-7C56-07162FE28A11}"/>
                </a:ext>
              </a:extLst>
            </p:cNvPr>
            <p:cNvCxnSpPr>
              <a:cxnSpLocks/>
              <a:stCxn id="32" idx="3"/>
              <a:endCxn id="31" idx="1"/>
            </p:cNvCxnSpPr>
            <p:nvPr/>
          </p:nvCxnSpPr>
          <p:spPr>
            <a:xfrm flipV="1">
              <a:off x="1941855" y="3540129"/>
              <a:ext cx="1736496" cy="23342"/>
            </a:xfrm>
            <a:prstGeom prst="straightConnector1">
              <a:avLst/>
            </a:prstGeom>
            <a:ln>
              <a:solidFill>
                <a:srgbClr val="FF903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25B40678-34D8-85BA-1693-B2445016C348}"/>
                </a:ext>
              </a:extLst>
            </p:cNvPr>
            <p:cNvCxnSpPr>
              <a:cxnSpLocks/>
            </p:cNvCxnSpPr>
            <p:nvPr/>
          </p:nvCxnSpPr>
          <p:spPr>
            <a:xfrm>
              <a:off x="9024425" y="5150571"/>
              <a:ext cx="1842509" cy="0"/>
            </a:xfrm>
            <a:prstGeom prst="straightConnector1">
              <a:avLst/>
            </a:prstGeom>
            <a:ln>
              <a:solidFill>
                <a:srgbClr val="FF903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1F7529C2-F123-7C30-D1D4-064178918576}"/>
                </a:ext>
              </a:extLst>
            </p:cNvPr>
            <p:cNvCxnSpPr>
              <a:cxnSpLocks/>
            </p:cNvCxnSpPr>
            <p:nvPr/>
          </p:nvCxnSpPr>
          <p:spPr>
            <a:xfrm>
              <a:off x="12429615" y="3674808"/>
              <a:ext cx="1848213" cy="0"/>
            </a:xfrm>
            <a:prstGeom prst="straightConnector1">
              <a:avLst/>
            </a:prstGeom>
            <a:ln>
              <a:solidFill>
                <a:srgbClr val="FF903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CBE1992-4652-E238-F461-191C6692938E}"/>
                </a:ext>
              </a:extLst>
            </p:cNvPr>
            <p:cNvSpPr/>
            <p:nvPr/>
          </p:nvSpPr>
          <p:spPr>
            <a:xfrm>
              <a:off x="449504" y="3279347"/>
              <a:ext cx="1371380" cy="205177"/>
            </a:xfrm>
            <a:prstGeom prst="rect">
              <a:avLst/>
            </a:prstGeom>
            <a:noFill/>
            <a:ln>
              <a:solidFill>
                <a:srgbClr val="FF903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4731C24-BC96-07C7-AA8B-FB95CE329116}"/>
                </a:ext>
              </a:extLst>
            </p:cNvPr>
            <p:cNvSpPr/>
            <p:nvPr/>
          </p:nvSpPr>
          <p:spPr>
            <a:xfrm>
              <a:off x="3707079" y="2429980"/>
              <a:ext cx="516990" cy="163292"/>
            </a:xfrm>
            <a:prstGeom prst="rect">
              <a:avLst/>
            </a:prstGeom>
            <a:noFill/>
            <a:ln>
              <a:solidFill>
                <a:srgbClr val="FF903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C6CEFED-6A7E-A8A2-D75F-ADA5CA32D3B2}"/>
                </a:ext>
              </a:extLst>
            </p:cNvPr>
            <p:cNvSpPr/>
            <p:nvPr/>
          </p:nvSpPr>
          <p:spPr>
            <a:xfrm>
              <a:off x="7453532" y="4829485"/>
              <a:ext cx="97693" cy="105636"/>
            </a:xfrm>
            <a:prstGeom prst="rect">
              <a:avLst/>
            </a:prstGeom>
            <a:noFill/>
            <a:ln>
              <a:solidFill>
                <a:srgbClr val="FF903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FC31B9E-B054-90E4-E5FA-9066D613E18E}"/>
                </a:ext>
              </a:extLst>
            </p:cNvPr>
            <p:cNvSpPr/>
            <p:nvPr/>
          </p:nvSpPr>
          <p:spPr>
            <a:xfrm>
              <a:off x="7439858" y="5050657"/>
              <a:ext cx="1584567" cy="187805"/>
            </a:xfrm>
            <a:prstGeom prst="rect">
              <a:avLst/>
            </a:prstGeom>
            <a:noFill/>
            <a:ln>
              <a:solidFill>
                <a:srgbClr val="FF903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D983EE5-9095-09B6-82AB-3479B040108C}"/>
                </a:ext>
              </a:extLst>
            </p:cNvPr>
            <p:cNvSpPr/>
            <p:nvPr/>
          </p:nvSpPr>
          <p:spPr>
            <a:xfrm>
              <a:off x="11686470" y="3563471"/>
              <a:ext cx="717679" cy="213730"/>
            </a:xfrm>
            <a:prstGeom prst="rect">
              <a:avLst/>
            </a:prstGeom>
            <a:noFill/>
            <a:ln>
              <a:solidFill>
                <a:srgbClr val="FF903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85A2A01-58CF-7431-1AF1-20BA04E3A345}"/>
                </a:ext>
              </a:extLst>
            </p:cNvPr>
            <p:cNvSpPr/>
            <p:nvPr/>
          </p:nvSpPr>
          <p:spPr>
            <a:xfrm>
              <a:off x="11020569" y="3051115"/>
              <a:ext cx="1326485" cy="213730"/>
            </a:xfrm>
            <a:prstGeom prst="rect">
              <a:avLst/>
            </a:prstGeom>
            <a:noFill/>
            <a:ln>
              <a:solidFill>
                <a:srgbClr val="FF903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C8F5FE6-F0F7-E7E8-755B-1DDCC06B796A}"/>
                </a:ext>
              </a:extLst>
            </p:cNvPr>
            <p:cNvSpPr txBox="1"/>
            <p:nvPr/>
          </p:nvSpPr>
          <p:spPr>
            <a:xfrm>
              <a:off x="2053342" y="3320967"/>
              <a:ext cx="1430195" cy="461665"/>
            </a:xfrm>
            <a:prstGeom prst="rect">
              <a:avLst/>
            </a:prstGeom>
            <a:solidFill>
              <a:srgbClr val="FF9036"/>
            </a:solidFill>
            <a:ln>
              <a:solidFill>
                <a:srgbClr val="FF903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Agree to the terms and login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8E30984-B6C6-FE92-B0E9-FE316E26C86E}"/>
                </a:ext>
              </a:extLst>
            </p:cNvPr>
            <p:cNvSpPr txBox="1"/>
            <p:nvPr/>
          </p:nvSpPr>
          <p:spPr>
            <a:xfrm>
              <a:off x="9198205" y="4882303"/>
              <a:ext cx="1410787" cy="830997"/>
            </a:xfrm>
            <a:prstGeom prst="rect">
              <a:avLst/>
            </a:prstGeom>
            <a:solidFill>
              <a:srgbClr val="FF9036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 b="1" i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dirty="0"/>
                <a:t>Scroll to the bottom and agree to the terms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9D16A10-01C2-70BF-05FE-C36751865BD2}"/>
                </a:ext>
              </a:extLst>
            </p:cNvPr>
            <p:cNvSpPr txBox="1"/>
            <p:nvPr/>
          </p:nvSpPr>
          <p:spPr>
            <a:xfrm>
              <a:off x="12638095" y="3439503"/>
              <a:ext cx="1303768" cy="461665"/>
            </a:xfrm>
            <a:prstGeom prst="rect">
              <a:avLst/>
            </a:prstGeom>
            <a:solidFill>
              <a:srgbClr val="FF9036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 b="1" i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dirty="0"/>
                <a:t>Install the certificates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46F2EBC-3AFC-88D6-FB56-2BE571FABDFD}"/>
                </a:ext>
              </a:extLst>
            </p:cNvPr>
            <p:cNvSpPr/>
            <p:nvPr/>
          </p:nvSpPr>
          <p:spPr>
            <a:xfrm>
              <a:off x="11004338" y="3359861"/>
              <a:ext cx="115689" cy="99674"/>
            </a:xfrm>
            <a:prstGeom prst="rect">
              <a:avLst/>
            </a:prstGeom>
            <a:noFill/>
            <a:ln>
              <a:solidFill>
                <a:srgbClr val="FF903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F054A84-CB9D-1D02-A718-95ECE69C4555}"/>
                </a:ext>
              </a:extLst>
            </p:cNvPr>
            <p:cNvSpPr txBox="1"/>
            <p:nvPr/>
          </p:nvSpPr>
          <p:spPr>
            <a:xfrm>
              <a:off x="5506901" y="2593272"/>
              <a:ext cx="1702216" cy="461665"/>
            </a:xfrm>
            <a:prstGeom prst="rect">
              <a:avLst/>
            </a:prstGeom>
            <a:solidFill>
              <a:srgbClr val="FF9036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 b="1" i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dirty="0"/>
                <a:t>Type in the password and login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CE54370-CA46-A431-298C-141AF2F590FF}"/>
                </a:ext>
              </a:extLst>
            </p:cNvPr>
            <p:cNvSpPr/>
            <p:nvPr/>
          </p:nvSpPr>
          <p:spPr>
            <a:xfrm>
              <a:off x="3752184" y="2756311"/>
              <a:ext cx="1514462" cy="190996"/>
            </a:xfrm>
            <a:prstGeom prst="rect">
              <a:avLst/>
            </a:prstGeom>
            <a:noFill/>
            <a:ln>
              <a:solidFill>
                <a:srgbClr val="FF903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81139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149</Words>
  <Application>Microsoft Macintosh PowerPoint</Application>
  <PresentationFormat>Custom</PresentationFormat>
  <Paragraphs>70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 Ruofan</dc:creator>
  <cp:lastModifiedBy>Liu Ruofan</cp:lastModifiedBy>
  <cp:revision>8</cp:revision>
  <dcterms:created xsi:type="dcterms:W3CDTF">2024-10-30T07:25:23Z</dcterms:created>
  <dcterms:modified xsi:type="dcterms:W3CDTF">2024-10-30T07:32:17Z</dcterms:modified>
</cp:coreProperties>
</file>